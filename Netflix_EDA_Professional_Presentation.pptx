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luginsxbmc.com/2019/10/netflix-hd-4k-como-hacerlo-funcionar-en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32" y="29496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200" b="1">
                <a:solidFill>
                  <a:srgbClr val="E50914"/>
                </a:solidFill>
                <a:latin typeface="Arial"/>
              </a:defRPr>
            </a:pPr>
            <a:r>
              <a:t>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303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E50914"/>
                </a:solidFill>
                <a:latin typeface="Arial"/>
              </a:defRPr>
            </a:pPr>
            <a:r>
              <a:t>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12848"/>
            <a:ext cx="57607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  <a:latin typeface="Arial"/>
              </a:defRPr>
            </a:pPr>
            <a:r>
              <a:t>Netflix Movies &amp; TV Shows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90672"/>
            <a:ext cx="685800" cy="6400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521208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Arial"/>
              </a:defRPr>
            </a:pPr>
            <a:r>
              <a:t>A data-driven view of catalog composition,</a:t>
            </a:r>
            <a:br/>
            <a:r>
              <a:t>content growth, audience ratings and genres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00600"/>
            <a:ext cx="4114800" cy="9144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10912"/>
            <a:ext cx="30467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AAAAAA"/>
                </a:solidFill>
                <a:latin typeface="Arial"/>
              </a:defRPr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HARISH S – DATA SCIENCE – 27/10/2026</a:t>
            </a:r>
            <a:endParaRPr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0" y="6080760"/>
            <a:ext cx="1920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1">
                <a:solidFill>
                  <a:srgbClr val="AAAAAA"/>
                </a:solidFill>
                <a:latin typeface="Arial"/>
              </a:defRPr>
            </a:pPr>
            <a:r>
              <a:t>EDA PROJECT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86820C-DF79-1B7D-BAC4-47F1427E1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382982" y="1708737"/>
            <a:ext cx="3440525" cy="344052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0914"/>
                </a:solidFill>
                <a:latin typeface="Arial"/>
              </a:defRPr>
            </a:pPr>
            <a:r>
              <a:t>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2860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  <a:latin typeface="Arial"/>
              </a:defRPr>
            </a:pPr>
            <a:r>
              <a:t>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t>From raw catalog to actionable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08760"/>
            <a:ext cx="106070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The notebook follows a structured EDA pipeline: ingest → validate → clean → enrich → analyze → conclude.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627632" cy="1965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404872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18688"/>
            <a:ext cx="129844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7,787 titles</a:t>
            </a:r>
            <a:br/>
            <a:r>
              <a:t>12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2926080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E5091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240280"/>
            <a:ext cx="1627632" cy="1965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4" y="2404872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2761488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3218688"/>
            <a:ext cx="129844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Schema + missingness</a:t>
            </a:r>
            <a:br/>
            <a:r>
              <a:t>+ quality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4" y="2926080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E5091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2240280"/>
            <a:ext cx="1627632" cy="1965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62856" y="2404872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761488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3218688"/>
            <a:ext cx="129844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Targeted imputation</a:t>
            </a:r>
            <a:br/>
            <a:r>
              <a:t>+ row filtering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926080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E5091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0216" y="2240280"/>
            <a:ext cx="1627632" cy="1965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8" y="2404872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761488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218688"/>
            <a:ext cx="129844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Years, months,</a:t>
            </a:r>
            <a:br/>
            <a:r>
              <a:t>runtime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2926080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E5091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168" y="2240280"/>
            <a:ext cx="1627632" cy="1965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2404872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761488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EXPLORE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218688"/>
            <a:ext cx="129844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Distribution,</a:t>
            </a:r>
            <a:br/>
            <a:r>
              <a:t>relationships, outliers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926080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E5091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2240280"/>
            <a:ext cx="1627632" cy="1965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68712" y="2404872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8712" y="2761488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712" y="3218688"/>
            <a:ext cx="129844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Business findings</a:t>
            </a:r>
            <a:br/>
            <a:r>
              <a:t>+ strategy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800600"/>
            <a:ext cx="1965960" cy="10515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59" y="4937760"/>
            <a:ext cx="163677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>
                <a:solidFill>
                  <a:srgbClr val="E50914"/>
                </a:solidFill>
                <a:latin typeface="Arial"/>
              </a:defRPr>
            </a:pPr>
            <a:r>
              <a:t>7,787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5422392"/>
            <a:ext cx="163677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AAAAAA"/>
                </a:solidFill>
                <a:latin typeface="Arial"/>
              </a:defRPr>
            </a:pPr>
            <a:r>
              <a:t>raw records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16352" y="4800600"/>
            <a:ext cx="1965960" cy="10515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80944" y="4937760"/>
            <a:ext cx="163677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>
                <a:solidFill>
                  <a:srgbClr val="E50914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5422392"/>
            <a:ext cx="163677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AAAAAA"/>
                </a:solidFill>
                <a:latin typeface="Arial"/>
              </a:defRPr>
            </a:pPr>
            <a:r>
              <a:t>attributes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4336" y="4800600"/>
            <a:ext cx="2331720" cy="10515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38928" y="4937760"/>
            <a:ext cx="200253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>
                <a:solidFill>
                  <a:srgbClr val="E50914"/>
                </a:solidFill>
                <a:latin typeface="Arial"/>
              </a:defRPr>
            </a:pPr>
            <a:r>
              <a:t>99.78%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5422392"/>
            <a:ext cx="200253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AAAAAA"/>
                </a:solidFill>
                <a:latin typeface="Arial"/>
              </a:defRPr>
            </a:pPr>
            <a:r>
              <a:t>retained after cleaning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79792" y="4800600"/>
            <a:ext cx="2057400" cy="10515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44383" y="4937760"/>
            <a:ext cx="172821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>
                <a:solidFill>
                  <a:srgbClr val="E50914"/>
                </a:solidFill>
                <a:latin typeface="Arial"/>
              </a:defRPr>
            </a:pPr>
            <a:r>
              <a:t>6+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44383" y="5422392"/>
            <a:ext cx="172821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AAAAAA"/>
                </a:solidFill>
                <a:latin typeface="Arial"/>
              </a:defRPr>
            </a:pPr>
            <a:r>
              <a:t>visual analysis families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0928" y="5001768"/>
            <a:ext cx="1828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50" b="0">
                <a:solidFill>
                  <a:srgbClr val="AAAAAA"/>
                </a:solidFill>
                <a:latin typeface="Arial"/>
              </a:defRPr>
            </a:pPr>
            <a:r>
              <a:t>Tools: Python • Pandas • NumPy • Matplotlib • Seaborn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51967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AAAA"/>
                </a:solidFill>
                <a:latin typeface="Arial"/>
              </a:defRPr>
            </a:pPr>
            <a:r>
              <a:t>Exploratory Data Analysis • Netflix Titles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0914"/>
                </a:solidFill>
                <a:latin typeface="Arial"/>
              </a:defRPr>
            </a:pPr>
            <a:r>
              <a:t>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2860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  <a:latin typeface="Arial"/>
              </a:defRPr>
            </a:pPr>
            <a:r>
              <a:t>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t>Data quality first — then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703320" cy="44805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017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DATA QUALITY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  <a:latin typeface="Arial"/>
              </a:defRPr>
            </a:pPr>
            <a:r>
              <a:t>Missing-value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5F5F5"/>
                </a:solidFill>
                <a:latin typeface="Arial"/>
              </a:defRPr>
            </a:pPr>
            <a:r>
              <a:t>• Director: 2,389 missing (30.68%)</a:t>
            </a:r>
          </a:p>
          <a:p>
            <a:pPr>
              <a:spcAft>
                <a:spcPts val="600"/>
              </a:spcAft>
              <a:defRPr sz="1150">
                <a:solidFill>
                  <a:srgbClr val="F5F5F5"/>
                </a:solidFill>
                <a:latin typeface="Arial"/>
              </a:defRPr>
            </a:pPr>
            <a:r>
              <a:t>• Cast: treated as an incomplete field</a:t>
            </a:r>
          </a:p>
          <a:p>
            <a:pPr>
              <a:spcAft>
                <a:spcPts val="600"/>
              </a:spcAft>
              <a:defRPr sz="1150">
                <a:solidFill>
                  <a:srgbClr val="F5F5F5"/>
                </a:solidFill>
                <a:latin typeface="Arial"/>
              </a:defRPr>
            </a:pPr>
            <a:r>
              <a:t>• Country: imputed using the mode</a:t>
            </a:r>
          </a:p>
          <a:p>
            <a:pPr>
              <a:spcAft>
                <a:spcPts val="600"/>
              </a:spcAft>
              <a:defRPr sz="1150">
                <a:solidFill>
                  <a:srgbClr val="F5F5F5"/>
                </a:solidFill>
                <a:latin typeface="Arial"/>
              </a:defRPr>
            </a:pPr>
            <a:r>
              <a:t>• Core-field gaps were filtered rather than blindly filled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599432"/>
            <a:ext cx="548640" cy="4572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Cleaning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2743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F5F5F5"/>
                </a:solidFill>
                <a:latin typeface="Arial"/>
              </a:defRPr>
            </a:pPr>
            <a:r>
              <a:t>7,787 → 7,770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59552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99.78% data retained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600200"/>
            <a:ext cx="7059168" cy="19659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1847088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E50914"/>
                </a:solidFill>
                <a:latin typeface="Arial"/>
              </a:defRPr>
            </a:pPr>
            <a: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40280"/>
            <a:ext cx="5120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  <a:latin typeface="Arial"/>
              </a:defRPr>
            </a:pPr>
            <a:r>
              <a:t>Turn raw fields into analysis-ready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761488"/>
            <a:ext cx="1874519" cy="530352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0328" y="2834640"/>
            <a:ext cx="1645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>
                <a:solidFill>
                  <a:srgbClr val="F5F5F5"/>
                </a:solidFill>
                <a:latin typeface="Arial"/>
              </a:defRPr>
            </a:pPr>
            <a:r>
              <a:t>YEAR ADDED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054096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Arial"/>
              </a:defRPr>
            </a:pPr>
            <a:r>
              <a:t>calendar year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76872" y="2761488"/>
            <a:ext cx="1874519" cy="530352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86600" y="2834640"/>
            <a:ext cx="1645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>
                <a:solidFill>
                  <a:srgbClr val="F5F5F5"/>
                </a:solidFill>
                <a:latin typeface="Arial"/>
              </a:defRPr>
            </a:pPr>
            <a:r>
              <a:t>MONTH ADDED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054096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Arial"/>
              </a:defRPr>
            </a:pPr>
            <a:r>
              <a:t>month number/name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2761488"/>
            <a:ext cx="1874519" cy="530352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62872" y="2834640"/>
            <a:ext cx="1645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>
                <a:solidFill>
                  <a:srgbClr val="F5F5F5"/>
                </a:solidFill>
                <a:latin typeface="Arial"/>
              </a:defRPr>
            </a:pPr>
            <a:r>
              <a:t>DURATION NUM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054096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Arial"/>
              </a:defRPr>
            </a:pPr>
            <a:r>
              <a:t>runtime / seasons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794760"/>
            <a:ext cx="3401568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3913632"/>
            <a:ext cx="3163824" cy="2039112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119872" y="3794760"/>
            <a:ext cx="3465576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913632"/>
            <a:ext cx="3209544" cy="203911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AAAA"/>
                </a:solidFill>
                <a:latin typeface="Arial"/>
              </a:defRPr>
            </a:pPr>
            <a:r>
              <a:t>Preparation • Cleaning • Feature engineering • Quantitative diagnostics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0914"/>
                </a:solidFill>
                <a:latin typeface="Arial"/>
              </a:defRPr>
            </a:pPr>
            <a:r>
              <a:t>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2860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  <a:latin typeface="Arial"/>
              </a:defRPr>
            </a:pPr>
            <a:r>
              <a:t>CONTENT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t>What is inside the Netflix catalog?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657600" cy="4434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474720" cy="42519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62272" y="1600200"/>
            <a:ext cx="7114032" cy="2788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691640"/>
            <a:ext cx="6931152" cy="2606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62272" y="4617720"/>
            <a:ext cx="7114032" cy="141732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482803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E50914"/>
                </a:solidFill>
                <a:latin typeface="Arial"/>
              </a:defRPr>
            </a:pPr>
            <a:r>
              <a:t>CATALOG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5166360"/>
            <a:ext cx="6309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Arial"/>
              </a:defRPr>
            </a:pPr>
            <a:r>
              <a:t>Movies dominate the catalog at ~69%, while TV Shows account for ~31%.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5504688"/>
            <a:ext cx="63093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AAAAAA"/>
                </a:solidFill>
                <a:latin typeface="Arial"/>
              </a:defRPr>
            </a:pPr>
            <a:r>
              <a:t>The ingestion timeline shows a pronounced expansion in content additions in the late 2010s, followed by a sharp decline in 2021.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AAAA"/>
                </a:solidFill>
                <a:latin typeface="Arial"/>
              </a:defRPr>
            </a:pPr>
            <a:r>
              <a:t>Exploratory Data Analysis • Netflix Titles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0914"/>
                </a:solidFill>
                <a:latin typeface="Arial"/>
              </a:defRPr>
            </a:pPr>
            <a:r>
              <a:t>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2860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  <a:latin typeface="Arial"/>
              </a:defRPr>
            </a:pPr>
            <a:r>
              <a:t>MULTIVARIATE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t>Geography meets audience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623560" cy="4434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440680" cy="42519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82512" y="1600200"/>
            <a:ext cx="5193792" cy="28803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a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91640"/>
            <a:ext cx="5010912" cy="26974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82512" y="4645152"/>
            <a:ext cx="5193792" cy="1389888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484632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E50914"/>
                </a:solidFill>
                <a:latin typeface="Arial"/>
              </a:defRPr>
            </a:pPr>
            <a:r>
              <a:t>KEY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5166360"/>
            <a:ext cx="44805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The United States is the leading production hub.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5513832"/>
            <a:ext cx="44805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AAAAAA"/>
                </a:solidFill>
                <a:latin typeface="Arial"/>
              </a:defRPr>
            </a:pPr>
            <a:r>
              <a:t>TV-MA and TV-14 are the two largest maturity-rating tiers in the catalog.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AAAA"/>
                </a:solidFill>
                <a:latin typeface="Arial"/>
              </a:defRPr>
            </a:pPr>
            <a:r>
              <a:t>Exploratory Data Analysis • Netflix Titles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0914"/>
                </a:solidFill>
                <a:latin typeface="Arial"/>
              </a:defRPr>
            </a:pPr>
            <a:r>
              <a:t>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2860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  <a:latin typeface="Arial"/>
              </a:defRPr>
            </a:pPr>
            <a:r>
              <a:t>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t>Genres and runtime reveal the format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6446520" cy="4434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263640" cy="42519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42048" y="1600200"/>
            <a:ext cx="4334256" cy="2971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691640"/>
            <a:ext cx="4151376" cy="2788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42048" y="4736592"/>
            <a:ext cx="4334256" cy="1298448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4919472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E50914"/>
                </a:solidFill>
                <a:latin typeface="Arial"/>
              </a:defRPr>
            </a:pPr>
            <a:r>
              <a:t>RUNTIME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239512"/>
            <a:ext cx="3579826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5F5F5"/>
                </a:solidFill>
                <a:latin typeface="Arial"/>
              </a:defRPr>
            </a:pPr>
            <a:r>
              <a:rPr dirty="0"/>
              <a:t>Movie runtimes cluster around ~100 minutes; </a:t>
            </a:r>
            <a:endParaRPr lang="en-IN" dirty="0"/>
          </a:p>
          <a:p>
            <a:pPr algn="l">
              <a:defRPr sz="1150" b="1">
                <a:solidFill>
                  <a:srgbClr val="F5F5F5"/>
                </a:solidFill>
                <a:latin typeface="Arial"/>
              </a:defRPr>
            </a:pPr>
            <a:r>
              <a:rPr dirty="0"/>
              <a:t>TV series are strongly concentrated at 1 season.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AAAA"/>
                </a:solidFill>
                <a:latin typeface="Arial"/>
              </a:defRPr>
            </a:pPr>
            <a:r>
              <a:t>Exploratory Data Analysis • Netflix Titles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50914"/>
                </a:solidFill>
                <a:latin typeface="Arial"/>
              </a:defRPr>
            </a:pPr>
            <a:r>
              <a:t>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2860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  <a:latin typeface="Arial"/>
              </a:defRPr>
            </a:pPr>
            <a:r>
              <a:t>STRATEGIC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t>What the EDA tells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166360" cy="15087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12344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>
                <a:solidFill>
                  <a:srgbClr val="E50914"/>
                </a:solidFill>
                <a:latin typeface="Arial"/>
              </a:defRPr>
            </a:pPr>
            <a:r>
              <a:t>69%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1847088"/>
            <a:ext cx="3246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Movies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2258568"/>
            <a:ext cx="33375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AAAAAA"/>
                </a:solidFill>
                <a:latin typeface="Arial"/>
              </a:defRPr>
            </a:pPr>
            <a:r>
              <a:t>Feature films form the majority of the catalog.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00200"/>
            <a:ext cx="5166360" cy="15087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828800"/>
            <a:ext cx="12344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>
                <a:solidFill>
                  <a:srgbClr val="E50914"/>
                </a:solidFill>
                <a:latin typeface="Arial"/>
              </a:defRPr>
            </a:pPr>
            <a:r>
              <a:t>70%+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1847088"/>
            <a:ext cx="3246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1-season TV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258568"/>
            <a:ext cx="33375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AAAAAA"/>
                </a:solidFill>
                <a:latin typeface="Arial"/>
              </a:defRPr>
            </a:pPr>
            <a:r>
              <a:t>TV shows are heavily concentrated at one season.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83280"/>
            <a:ext cx="5166360" cy="15087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611880"/>
            <a:ext cx="12344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>
                <a:solidFill>
                  <a:srgbClr val="E50914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3630168"/>
            <a:ext cx="3246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United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5688" y="4041648"/>
            <a:ext cx="33375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AAAAAA"/>
                </a:solidFill>
                <a:latin typeface="Arial"/>
              </a:defRPr>
            </a:pPr>
            <a:r>
              <a:t>The US is the dominant production hub.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383280"/>
            <a:ext cx="5166360" cy="1508760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3611880"/>
            <a:ext cx="12344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>
                <a:solidFill>
                  <a:srgbClr val="E50914"/>
                </a:solidFill>
                <a:latin typeface="Arial"/>
              </a:defRPr>
            </a:pPr>
            <a:r>
              <a:t>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630168"/>
            <a:ext cx="3246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TV-MA / TV-14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041648"/>
            <a:ext cx="33375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AAAAAA"/>
                </a:solidFill>
                <a:latin typeface="Arial"/>
              </a:defRPr>
            </a:pPr>
            <a:r>
              <a:t>Mature and teen audiences dominate the rating mix.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285232"/>
            <a:ext cx="10927080" cy="77724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04688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F5F5F5"/>
                </a:solidFill>
                <a:latin typeface="Arial"/>
              </a:defRPr>
            </a:pPr>
            <a:r>
              <a:t>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449824"/>
            <a:ext cx="90525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Netflix’s catalog shows a dual-engine strategy: high-volume movies + contemporary, localized episodic content.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355080"/>
            <a:ext cx="6217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Arial"/>
              </a:defRPr>
            </a:pPr>
            <a:r>
              <a:t>Source: project notebook • Netflix Titles dataset • EDA outputs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452</Words>
  <Application>Microsoft Office PowerPoint</Application>
  <PresentationFormat>Widescreen</PresentationFormat>
  <Paragraphs>109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S0338557</cp:lastModifiedBy>
  <cp:revision>2</cp:revision>
  <dcterms:created xsi:type="dcterms:W3CDTF">2013-01-27T09:14:16Z</dcterms:created>
  <dcterms:modified xsi:type="dcterms:W3CDTF">2026-10-24T21:42:41Z</dcterms:modified>
  <cp:category/>
</cp:coreProperties>
</file>